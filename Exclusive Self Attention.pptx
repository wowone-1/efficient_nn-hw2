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Slab"/>
      <p:regular r:id="rId16"/>
      <p:bold r:id="rId17"/>
    </p:embeddedFon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Slab-bold.fntdata"/><Relationship Id="rId16" Type="http://schemas.openxmlformats.org/officeDocument/2006/relationships/font" Target="fonts/RobotoSlab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4d4c34e1220b822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4d4c34e1220b822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4d4c34e1220b822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4d4c34e1220b822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4d4c34e1220b8228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h4d4c34e1220b822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4d4c34e1220b8228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4d4c34e1220b822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4d4c34e1220b822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4d4c34e1220b822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4d4c34e1220b822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4d4c34e1220b822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4d4c34e1220b8228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h4d4c34e1220b822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4d4c34e1220b8228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4d4c34e1220b822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4d4c34e1220b8228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h4d4c34e1220b822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900"/>
              <a:t>Exclusive Self Attention</a:t>
            </a:r>
            <a:endParaRPr sz="3900"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Shuangfei Zhai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Apple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Attention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2798175"/>
            <a:ext cx="8368200" cy="17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Почему Attention должен заново передавать признаки текущего токена, если они идут дальше по residual connection?</a:t>
            </a:r>
            <a:endParaRPr/>
          </a:p>
        </p:txBody>
      </p:sp>
      <p:pic>
        <p:nvPicPr>
          <p:cNvPr id="71" name="Google Shape;71;p14" title="Снимок экрана — 2026-10-11 в 01.30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1489825"/>
            <a:ext cx="6795549" cy="109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Мотивация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87900" y="2986425"/>
            <a:ext cx="8368200" cy="19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Выяснилось, что: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ru"/>
              <a:t>Сходство разных value-векторов &gt; 0 (в среднем 0.6)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ru"/>
              <a:t>Среднее вес внимания токена к самому себе 0.02-0.13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ru"/>
              <a:t>Сходство между выходом attention и собственным value 0.2-0.5 (очень похожи)</a:t>
            </a:r>
            <a:endParaRPr/>
          </a:p>
        </p:txBody>
      </p:sp>
      <p:pic>
        <p:nvPicPr>
          <p:cNvPr id="78" name="Google Shape;78;p15" title="Снимок экрана — 2026-10-11 в 01.32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1489829"/>
            <a:ext cx="5721251" cy="149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Exclusive Self Attention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87900" y="2571750"/>
            <a:ext cx="8368200" cy="23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Давайте уберем прямой вклад вектора value из выхода attention (attention не должен содержать компоненту, направленную вдоль value-вектора текущего токена).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Пусть attention сконцентрируется на понимании контекста, а информацию о текущем токене пройдет через residual connection.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Ограничение: информация из прошлых токенов, которая была сонаправлена с текущим value-вектором, тоже удаляется.</a:t>
            </a:r>
            <a:endParaRPr/>
          </a:p>
        </p:txBody>
      </p:sp>
      <p:pic>
        <p:nvPicPr>
          <p:cNvPr id="85" name="Google Shape;85;p16" title="Снимок экрана — 2026-10-11 в 01.36.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1512447"/>
            <a:ext cx="5971602" cy="105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Реализация XSA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5821200" y="1489825"/>
            <a:ext cx="32223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Нет новых обучаемых параметров, так что размер модели не растет.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Вычислительная сложность и объем памяти растут, но линейно, а не квадратично.</a:t>
            </a:r>
            <a:endParaRPr/>
          </a:p>
        </p:txBody>
      </p:sp>
      <p:pic>
        <p:nvPicPr>
          <p:cNvPr id="92" name="Google Shape;92;p17" title="Снимок экрана — 2026-10-11 в 01.51.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325" y="1489820"/>
            <a:ext cx="5099546" cy="2866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Оригинальная экспериментальная установка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4397125" y="3522700"/>
            <a:ext cx="4359000" cy="10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На основе NanoGPT (Andrej Karpathy)</a:t>
            </a:r>
            <a:endParaRPr/>
          </a:p>
        </p:txBody>
      </p:sp>
      <p:pic>
        <p:nvPicPr>
          <p:cNvPr id="99" name="Google Shape;99;p18" title="Снимок экрана — 2026-10-11 в 01.53.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9375" y="1509587"/>
            <a:ext cx="5105238" cy="1647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Главный результат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5109900" y="1752150"/>
            <a:ext cx="3646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с XSA лучше сходится по сравнению с SA. Loss меньше как на тренировочной выборке, так и на тестовой (не зависит от размера модели).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Также XSA в среднем дает прирост на бенчмарках.</a:t>
            </a:r>
            <a:endParaRPr/>
          </a:p>
        </p:txBody>
      </p:sp>
      <p:pic>
        <p:nvPicPr>
          <p:cNvPr id="106" name="Google Shape;106;p19" title="Снимок экрана — 2026-10-11 в 01.55.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1489825"/>
            <a:ext cx="4721901" cy="170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Снимок экрана — 2026-10-11 в 01.55.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900" y="3195744"/>
            <a:ext cx="4721901" cy="1705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87900" y="2081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Проверка устойчивости результата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87900" y="1489825"/>
            <a:ext cx="25977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0" title="Снимок экрана — 2026-10-11 в 01.58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894275"/>
            <a:ext cx="3734401" cy="134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Снимок экрана — 2026-10-11 в 01.58.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4787" y="2243450"/>
            <a:ext cx="3734418" cy="134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 title="Снимок экрана — 2026-10-11 в 01.59.0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1675" y="3592625"/>
            <a:ext cx="3734424" cy="1349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Проверка устойчивости результата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87900" y="1489825"/>
            <a:ext cx="25353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На всех проверенных Learning Rate XSA показывает лучший результата</a:t>
            </a:r>
            <a:endParaRPr/>
          </a:p>
        </p:txBody>
      </p:sp>
      <p:sp>
        <p:nvSpPr>
          <p:cNvPr id="123" name="Google Shape;123;p21"/>
          <p:cNvSpPr txBox="1"/>
          <p:nvPr/>
        </p:nvSpPr>
        <p:spPr>
          <a:xfrm>
            <a:off x="2923200" y="1489825"/>
            <a:ext cx="2785500" cy="3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 увеличении длины контекста (при фиксированном токенном бюджете) разрыв в пользу XSA растет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6120975" y="1586450"/>
            <a:ext cx="2710800" cy="28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0/1/4 обучаемых sink-токена. Преимущество XSA сохраняется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XSA удаляет компоненту внимания вдоль собственного value и в экспериментах автора улучшает контекстное моделирование. Причем размер или архитектура модели не изменяется.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По памяти и сложности вычислений разрыв не большой, так как большую часть занимает attention.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